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arlow SemiCondensed Bold" charset="1" panose="00000806000000000000"/>
      <p:regular r:id="rId15"/>
    </p:embeddedFont>
    <p:embeddedFont>
      <p:font typeface="Garet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9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07449" y="8179063"/>
            <a:ext cx="21351072" cy="6166215"/>
            <a:chOff x="0" y="0"/>
            <a:chExt cx="5623328" cy="16240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23328" cy="1624024"/>
            </a:xfrm>
            <a:custGeom>
              <a:avLst/>
              <a:gdLst/>
              <a:ahLst/>
              <a:cxnLst/>
              <a:rect r="r" b="b" t="t" l="l"/>
              <a:pathLst>
                <a:path h="1624024" w="5623328">
                  <a:moveTo>
                    <a:pt x="0" y="0"/>
                  </a:moveTo>
                  <a:lnTo>
                    <a:pt x="5623328" y="0"/>
                  </a:lnTo>
                  <a:lnTo>
                    <a:pt x="5623328" y="1624024"/>
                  </a:lnTo>
                  <a:lnTo>
                    <a:pt x="0" y="1624024"/>
                  </a:lnTo>
                  <a:close/>
                </a:path>
              </a:pathLst>
            </a:custGeom>
            <a:gradFill rotWithShape="true">
              <a:gsLst>
                <a:gs pos="0">
                  <a:srgbClr val="D9FE54">
                    <a:alpha val="0"/>
                  </a:srgbClr>
                </a:gs>
                <a:gs pos="100000">
                  <a:srgbClr val="D9FE5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5623328" cy="154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4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946383" y="6933159"/>
            <a:ext cx="0" cy="291780"/>
          </a:xfrm>
          <a:prstGeom prst="line">
            <a:avLst/>
          </a:prstGeom>
          <a:ln cap="rnd" w="38100">
            <a:solidFill>
              <a:srgbClr val="D9FE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93395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755521" y="3116075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253249" y="2423554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2"/>
                </a:lnTo>
                <a:lnTo>
                  <a:pt x="0" y="2564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34751" y="4476315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3"/>
                </a:lnTo>
                <a:lnTo>
                  <a:pt x="0" y="256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11608" y="350543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6"/>
                </a:lnTo>
                <a:lnTo>
                  <a:pt x="0" y="1892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27333" y="3067055"/>
            <a:ext cx="10199251" cy="336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50"/>
              </a:lnSpc>
            </a:pPr>
            <a:r>
              <a:rPr lang="en-US" sz="12046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SITZPLATZ-RESERVIERUNG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67660" y="6827783"/>
            <a:ext cx="4595700" cy="37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Von Mark Tall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64950" y="2408954"/>
            <a:ext cx="5887153" cy="588715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163" y="14163"/>
              <a:ext cx="784475" cy="784475"/>
            </a:xfrm>
            <a:custGeom>
              <a:avLst/>
              <a:gdLst/>
              <a:ahLst/>
              <a:cxnLst/>
              <a:rect r="r" b="b" t="t" l="l"/>
              <a:pathLst>
                <a:path h="784475" w="784475">
                  <a:moveTo>
                    <a:pt x="416414" y="10014"/>
                  </a:moveTo>
                  <a:lnTo>
                    <a:pt x="774460" y="368060"/>
                  </a:lnTo>
                  <a:cubicBezTo>
                    <a:pt x="787813" y="381413"/>
                    <a:pt x="787813" y="403061"/>
                    <a:pt x="774460" y="416414"/>
                  </a:cubicBezTo>
                  <a:lnTo>
                    <a:pt x="416414" y="774460"/>
                  </a:lnTo>
                  <a:cubicBezTo>
                    <a:pt x="403061" y="787813"/>
                    <a:pt x="381413" y="787813"/>
                    <a:pt x="368060" y="774460"/>
                  </a:cubicBezTo>
                  <a:lnTo>
                    <a:pt x="10014" y="416414"/>
                  </a:lnTo>
                  <a:cubicBezTo>
                    <a:pt x="-3339" y="403061"/>
                    <a:pt x="-3339" y="381413"/>
                    <a:pt x="10014" y="368060"/>
                  </a:cubicBezTo>
                  <a:lnTo>
                    <a:pt x="368060" y="10014"/>
                  </a:lnTo>
                  <a:cubicBezTo>
                    <a:pt x="381413" y="-3339"/>
                    <a:pt x="403061" y="-3339"/>
                    <a:pt x="416414" y="10014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344423" y="4399847"/>
            <a:ext cx="5887153" cy="588715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4163" y="14163"/>
              <a:ext cx="784475" cy="784475"/>
            </a:xfrm>
            <a:custGeom>
              <a:avLst/>
              <a:gdLst/>
              <a:ahLst/>
              <a:cxnLst/>
              <a:rect r="r" b="b" t="t" l="l"/>
              <a:pathLst>
                <a:path h="784475" w="784475">
                  <a:moveTo>
                    <a:pt x="416414" y="10014"/>
                  </a:moveTo>
                  <a:lnTo>
                    <a:pt x="774460" y="368060"/>
                  </a:lnTo>
                  <a:cubicBezTo>
                    <a:pt x="787813" y="381413"/>
                    <a:pt x="787813" y="403061"/>
                    <a:pt x="774460" y="416414"/>
                  </a:cubicBezTo>
                  <a:lnTo>
                    <a:pt x="416414" y="774460"/>
                  </a:lnTo>
                  <a:cubicBezTo>
                    <a:pt x="403061" y="787813"/>
                    <a:pt x="381413" y="787813"/>
                    <a:pt x="368060" y="774460"/>
                  </a:cubicBezTo>
                  <a:lnTo>
                    <a:pt x="10014" y="416414"/>
                  </a:lnTo>
                  <a:cubicBezTo>
                    <a:pt x="-3339" y="403061"/>
                    <a:pt x="-3339" y="381413"/>
                    <a:pt x="10014" y="368060"/>
                  </a:cubicBezTo>
                  <a:lnTo>
                    <a:pt x="368060" y="10014"/>
                  </a:lnTo>
                  <a:cubicBezTo>
                    <a:pt x="381413" y="-3339"/>
                    <a:pt x="403061" y="-3339"/>
                    <a:pt x="416414" y="10014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20534" y="880599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44475" y="2704883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83697" y="4528541"/>
            <a:ext cx="1610898" cy="1647977"/>
          </a:xfrm>
          <a:custGeom>
            <a:avLst/>
            <a:gdLst/>
            <a:ahLst/>
            <a:cxnLst/>
            <a:rect r="r" b="b" t="t" l="l"/>
            <a:pathLst>
              <a:path h="1647977" w="1610898">
                <a:moveTo>
                  <a:pt x="0" y="0"/>
                </a:moveTo>
                <a:lnTo>
                  <a:pt x="1610897" y="0"/>
                </a:lnTo>
                <a:lnTo>
                  <a:pt x="1610897" y="1647978"/>
                </a:lnTo>
                <a:lnTo>
                  <a:pt x="0" y="1647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1136" y="256659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5"/>
                </a:lnTo>
                <a:lnTo>
                  <a:pt x="0" y="1892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27333" y="3000380"/>
            <a:ext cx="535909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99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DIE IDEE DAHINTER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27333" y="5086350"/>
            <a:ext cx="7434767" cy="379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User können Plätze buchen, ansehen und löschen</a:t>
            </a:r>
          </a:p>
          <a:p>
            <a:pPr algn="l">
              <a:lnSpc>
                <a:spcPts val="3000"/>
              </a:lnSpc>
            </a:pP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Admin muss vorhanden sein</a:t>
            </a:r>
          </a:p>
          <a:p>
            <a:pPr algn="l">
              <a:lnSpc>
                <a:spcPts val="3000"/>
              </a:lnSpc>
            </a:pP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Simpel und intiutiv gestalten</a:t>
            </a:r>
          </a:p>
          <a:p>
            <a:pPr algn="l">
              <a:lnSpc>
                <a:spcPts val="3000"/>
              </a:lnSpc>
            </a:pP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Webanwendung </a:t>
            </a:r>
          </a:p>
          <a:p>
            <a:pPr algn="l">
              <a:lnSpc>
                <a:spcPts val="3000"/>
              </a:lnSpc>
            </a:pP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Es sollte alles im Programm gemanaged werden können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69370" y="6287246"/>
            <a:ext cx="178202" cy="178202"/>
            <a:chOff x="0" y="0"/>
            <a:chExt cx="46934" cy="46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934" cy="46934"/>
            </a:xfrm>
            <a:custGeom>
              <a:avLst/>
              <a:gdLst/>
              <a:ahLst/>
              <a:cxnLst/>
              <a:rect r="r" b="b" t="t" l="l"/>
              <a:pathLst>
                <a:path h="46934" w="46934">
                  <a:moveTo>
                    <a:pt x="23467" y="0"/>
                  </a:moveTo>
                  <a:lnTo>
                    <a:pt x="23467" y="0"/>
                  </a:lnTo>
                  <a:cubicBezTo>
                    <a:pt x="36427" y="0"/>
                    <a:pt x="46934" y="10507"/>
                    <a:pt x="46934" y="23467"/>
                  </a:cubicBezTo>
                  <a:lnTo>
                    <a:pt x="46934" y="23467"/>
                  </a:lnTo>
                  <a:cubicBezTo>
                    <a:pt x="46934" y="36427"/>
                    <a:pt x="36427" y="46934"/>
                    <a:pt x="23467" y="46934"/>
                  </a:cubicBezTo>
                  <a:lnTo>
                    <a:pt x="23467" y="46934"/>
                  </a:lnTo>
                  <a:cubicBezTo>
                    <a:pt x="10507" y="46934"/>
                    <a:pt x="0" y="36427"/>
                    <a:pt x="0" y="23467"/>
                  </a:cubicBezTo>
                  <a:lnTo>
                    <a:pt x="0" y="23467"/>
                  </a:lnTo>
                  <a:cubicBezTo>
                    <a:pt x="0" y="10507"/>
                    <a:pt x="10507" y="0"/>
                    <a:pt x="23467" y="0"/>
                  </a:cubicBezTo>
                  <a:close/>
                </a:path>
              </a:pathLst>
            </a:custGeom>
            <a:solidFill>
              <a:srgbClr val="D9FE5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6934" cy="12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9419" y="6287246"/>
            <a:ext cx="178202" cy="178202"/>
            <a:chOff x="0" y="0"/>
            <a:chExt cx="46934" cy="469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934" cy="46934"/>
            </a:xfrm>
            <a:custGeom>
              <a:avLst/>
              <a:gdLst/>
              <a:ahLst/>
              <a:cxnLst/>
              <a:rect r="r" b="b" t="t" l="l"/>
              <a:pathLst>
                <a:path h="46934" w="46934">
                  <a:moveTo>
                    <a:pt x="23467" y="0"/>
                  </a:moveTo>
                  <a:lnTo>
                    <a:pt x="23467" y="0"/>
                  </a:lnTo>
                  <a:cubicBezTo>
                    <a:pt x="36427" y="0"/>
                    <a:pt x="46934" y="10507"/>
                    <a:pt x="46934" y="23467"/>
                  </a:cubicBezTo>
                  <a:lnTo>
                    <a:pt x="46934" y="23467"/>
                  </a:lnTo>
                  <a:cubicBezTo>
                    <a:pt x="46934" y="36427"/>
                    <a:pt x="36427" y="46934"/>
                    <a:pt x="23467" y="46934"/>
                  </a:cubicBezTo>
                  <a:lnTo>
                    <a:pt x="23467" y="46934"/>
                  </a:lnTo>
                  <a:cubicBezTo>
                    <a:pt x="10507" y="46934"/>
                    <a:pt x="0" y="36427"/>
                    <a:pt x="0" y="23467"/>
                  </a:cubicBezTo>
                  <a:lnTo>
                    <a:pt x="0" y="23467"/>
                  </a:lnTo>
                  <a:cubicBezTo>
                    <a:pt x="0" y="10507"/>
                    <a:pt x="10507" y="0"/>
                    <a:pt x="23467" y="0"/>
                  </a:cubicBezTo>
                  <a:close/>
                </a:path>
              </a:pathLst>
            </a:custGeom>
            <a:solidFill>
              <a:srgbClr val="D9FE5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46934" cy="123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35605" y="3024119"/>
            <a:ext cx="5070162" cy="5246370"/>
            <a:chOff x="0" y="0"/>
            <a:chExt cx="785501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501" cy="812800"/>
            </a:xfrm>
            <a:custGeom>
              <a:avLst/>
              <a:gdLst/>
              <a:ahLst/>
              <a:cxnLst/>
              <a:rect r="r" b="b" t="t" l="l"/>
              <a:pathLst>
                <a:path h="812800" w="785501">
                  <a:moveTo>
                    <a:pt x="47336" y="0"/>
                  </a:moveTo>
                  <a:lnTo>
                    <a:pt x="738165" y="0"/>
                  </a:lnTo>
                  <a:cubicBezTo>
                    <a:pt x="764308" y="0"/>
                    <a:pt x="785501" y="21193"/>
                    <a:pt x="785501" y="47336"/>
                  </a:cubicBezTo>
                  <a:lnTo>
                    <a:pt x="785501" y="765464"/>
                  </a:lnTo>
                  <a:cubicBezTo>
                    <a:pt x="785501" y="778019"/>
                    <a:pt x="780514" y="790059"/>
                    <a:pt x="771636" y="798936"/>
                  </a:cubicBezTo>
                  <a:cubicBezTo>
                    <a:pt x="762759" y="807813"/>
                    <a:pt x="750719" y="812800"/>
                    <a:pt x="738165" y="812800"/>
                  </a:cubicBezTo>
                  <a:lnTo>
                    <a:pt x="47336" y="812800"/>
                  </a:lnTo>
                  <a:cubicBezTo>
                    <a:pt x="21193" y="812800"/>
                    <a:pt x="0" y="791607"/>
                    <a:pt x="0" y="765464"/>
                  </a:cubicBezTo>
                  <a:lnTo>
                    <a:pt x="0" y="47336"/>
                  </a:lnTo>
                  <a:cubicBezTo>
                    <a:pt x="0" y="21193"/>
                    <a:pt x="21193" y="0"/>
                    <a:pt x="47336" y="0"/>
                  </a:cubicBezTo>
                  <a:close/>
                </a:path>
              </a:pathLst>
            </a:custGeom>
            <a:blipFill>
              <a:blip r:embed="rId2"/>
              <a:stretch>
                <a:fillRect l="-39806" t="0" r="-40864" b="0"/>
              </a:stretch>
            </a:blipFill>
            <a:ln w="161925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0534" y="3898556"/>
            <a:ext cx="3680166" cy="2915370"/>
            <a:chOff x="0" y="0"/>
            <a:chExt cx="969262" cy="767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2" cy="767834"/>
            </a:xfrm>
            <a:custGeom>
              <a:avLst/>
              <a:gdLst/>
              <a:ahLst/>
              <a:cxnLst/>
              <a:rect r="r" b="b" t="t" l="l"/>
              <a:pathLst>
                <a:path h="767834" w="969262">
                  <a:moveTo>
                    <a:pt x="42074" y="0"/>
                  </a:moveTo>
                  <a:lnTo>
                    <a:pt x="927188" y="0"/>
                  </a:lnTo>
                  <a:cubicBezTo>
                    <a:pt x="938347" y="0"/>
                    <a:pt x="949048" y="4433"/>
                    <a:pt x="956939" y="12323"/>
                  </a:cubicBezTo>
                  <a:cubicBezTo>
                    <a:pt x="964829" y="20213"/>
                    <a:pt x="969262" y="30915"/>
                    <a:pt x="969262" y="42074"/>
                  </a:cubicBezTo>
                  <a:lnTo>
                    <a:pt x="969262" y="725760"/>
                  </a:lnTo>
                  <a:cubicBezTo>
                    <a:pt x="969262" y="748997"/>
                    <a:pt x="950425" y="767834"/>
                    <a:pt x="927188" y="767834"/>
                  </a:cubicBezTo>
                  <a:lnTo>
                    <a:pt x="42074" y="767834"/>
                  </a:lnTo>
                  <a:cubicBezTo>
                    <a:pt x="30915" y="767834"/>
                    <a:pt x="20213" y="763401"/>
                    <a:pt x="12323" y="755511"/>
                  </a:cubicBezTo>
                  <a:cubicBezTo>
                    <a:pt x="4433" y="747621"/>
                    <a:pt x="0" y="736919"/>
                    <a:pt x="0" y="725760"/>
                  </a:cubicBezTo>
                  <a:lnTo>
                    <a:pt x="0" y="42074"/>
                  </a:lnTo>
                  <a:cubicBezTo>
                    <a:pt x="0" y="30915"/>
                    <a:pt x="4433" y="20213"/>
                    <a:pt x="12323" y="12323"/>
                  </a:cubicBezTo>
                  <a:cubicBezTo>
                    <a:pt x="20213" y="4433"/>
                    <a:pt x="30915" y="0"/>
                    <a:pt x="4207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969262" cy="71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20534" y="880599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42147" y="2729331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37790" y="6195943"/>
            <a:ext cx="1610898" cy="1647977"/>
          </a:xfrm>
          <a:custGeom>
            <a:avLst/>
            <a:gdLst/>
            <a:ahLst/>
            <a:cxnLst/>
            <a:rect r="r" b="b" t="t" l="l"/>
            <a:pathLst>
              <a:path h="1647977" w="1610898">
                <a:moveTo>
                  <a:pt x="0" y="0"/>
                </a:moveTo>
                <a:lnTo>
                  <a:pt x="1610898" y="0"/>
                </a:lnTo>
                <a:lnTo>
                  <a:pt x="1610898" y="1647978"/>
                </a:lnTo>
                <a:lnTo>
                  <a:pt x="0" y="16479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31136" y="256659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5"/>
                </a:lnTo>
                <a:lnTo>
                  <a:pt x="0" y="1892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367691" y="3071744"/>
            <a:ext cx="7612776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99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MEINE TOOLS &amp; VORGANGSWEISE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39724" y="6281668"/>
            <a:ext cx="3110089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Selbstprogragrammiertes Backend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29298" y="6281668"/>
            <a:ext cx="4955777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Frontend Design mit Hilfe von Prompting vereinfaachen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67691" y="7017110"/>
            <a:ext cx="7612776" cy="264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Tools: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Nuxt JS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Copilot Code (Tailwind CSS Programmieren &amp; Dokumentation im Code)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DB Browser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Gemini (zur Erlernung des Programmes)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Raspberry PI 4 zum Hosting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126" y="5380985"/>
            <a:ext cx="3274202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Ziel: Effektive Nutzung von KI ohne den Verlust der Kontrolle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6126" y="4140835"/>
            <a:ext cx="3274202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3400" b="true">
                <a:solidFill>
                  <a:srgbClr val="D9FE54"/>
                </a:solidFill>
                <a:latin typeface="Garet Bold"/>
                <a:ea typeface="Garet Bold"/>
                <a:cs typeface="Garet Bold"/>
                <a:sym typeface="Garet Bold"/>
              </a:rPr>
              <a:t>Hybrid Entwicklung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136" y="256659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5"/>
                </a:lnTo>
                <a:lnTo>
                  <a:pt x="0" y="1892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79310" y="3245723"/>
            <a:ext cx="6534348" cy="5246370"/>
            <a:chOff x="0" y="0"/>
            <a:chExt cx="7467600" cy="59956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-504" t="0" r="-136773" b="-8996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1136" y="1971953"/>
            <a:ext cx="761277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99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PRAXISBEISPIEL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144000" y="3245723"/>
            <a:ext cx="6534348" cy="5246370"/>
            <a:chOff x="0" y="0"/>
            <a:chExt cx="7467600" cy="59956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5"/>
              <a:stretch>
                <a:fillRect l="-2378" t="0" r="-2378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06747" y="3071744"/>
            <a:ext cx="7984411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99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DIE GROSSEN GEFAHREN DER HYBRID METHODE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48607" y="2286529"/>
            <a:ext cx="4799551" cy="479955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32693" y="6629697"/>
            <a:ext cx="4799551" cy="479955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3"/>
              <a:stretch>
                <a:fillRect l="-25136" t="0" r="-25136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-1746081" y="3763506"/>
            <a:ext cx="4799551" cy="479955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7372" y="17372"/>
              <a:ext cx="778056" cy="778056"/>
            </a:xfrm>
            <a:custGeom>
              <a:avLst/>
              <a:gdLst/>
              <a:ahLst/>
              <a:cxnLst/>
              <a:rect r="r" b="b" t="t" l="l"/>
              <a:pathLst>
                <a:path h="778056" w="778056">
                  <a:moveTo>
                    <a:pt x="418684" y="12284"/>
                  </a:moveTo>
                  <a:lnTo>
                    <a:pt x="765772" y="359372"/>
                  </a:lnTo>
                  <a:cubicBezTo>
                    <a:pt x="773638" y="367238"/>
                    <a:pt x="778056" y="377905"/>
                    <a:pt x="778056" y="389028"/>
                  </a:cubicBezTo>
                  <a:cubicBezTo>
                    <a:pt x="778056" y="400151"/>
                    <a:pt x="773638" y="410818"/>
                    <a:pt x="765772" y="418684"/>
                  </a:cubicBezTo>
                  <a:lnTo>
                    <a:pt x="418684" y="765772"/>
                  </a:lnTo>
                  <a:cubicBezTo>
                    <a:pt x="410818" y="773638"/>
                    <a:pt x="400151" y="778056"/>
                    <a:pt x="389028" y="778056"/>
                  </a:cubicBezTo>
                  <a:cubicBezTo>
                    <a:pt x="377905" y="778056"/>
                    <a:pt x="367238" y="773638"/>
                    <a:pt x="359372" y="765772"/>
                  </a:cubicBezTo>
                  <a:lnTo>
                    <a:pt x="12284" y="418684"/>
                  </a:lnTo>
                  <a:cubicBezTo>
                    <a:pt x="4418" y="410818"/>
                    <a:pt x="0" y="400151"/>
                    <a:pt x="0" y="389028"/>
                  </a:cubicBezTo>
                  <a:cubicBezTo>
                    <a:pt x="0" y="377905"/>
                    <a:pt x="4418" y="367238"/>
                    <a:pt x="12284" y="359372"/>
                  </a:cubicBezTo>
                  <a:lnTo>
                    <a:pt x="359372" y="12284"/>
                  </a:lnTo>
                  <a:cubicBezTo>
                    <a:pt x="367238" y="4418"/>
                    <a:pt x="377905" y="0"/>
                    <a:pt x="389028" y="0"/>
                  </a:cubicBezTo>
                  <a:cubicBezTo>
                    <a:pt x="400151" y="0"/>
                    <a:pt x="410818" y="4418"/>
                    <a:pt x="418684" y="12284"/>
                  </a:cubicBezTo>
                  <a:close/>
                </a:path>
              </a:pathLst>
            </a:custGeom>
            <a:blipFill>
              <a:blip r:embed="rId4"/>
              <a:stretch>
                <a:fillRect l="-25471" t="0" r="-25471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775591" y="6163282"/>
            <a:ext cx="4984420" cy="2659343"/>
            <a:chOff x="0" y="0"/>
            <a:chExt cx="1312769" cy="7004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2769" cy="700403"/>
            </a:xfrm>
            <a:custGeom>
              <a:avLst/>
              <a:gdLst/>
              <a:ahLst/>
              <a:cxnLst/>
              <a:rect r="r" b="b" t="t" l="l"/>
              <a:pathLst>
                <a:path h="700403" w="1312769">
                  <a:moveTo>
                    <a:pt x="31064" y="0"/>
                  </a:moveTo>
                  <a:lnTo>
                    <a:pt x="1281705" y="0"/>
                  </a:lnTo>
                  <a:cubicBezTo>
                    <a:pt x="1298861" y="0"/>
                    <a:pt x="1312769" y="13908"/>
                    <a:pt x="1312769" y="31064"/>
                  </a:cubicBezTo>
                  <a:lnTo>
                    <a:pt x="1312769" y="669339"/>
                  </a:lnTo>
                  <a:cubicBezTo>
                    <a:pt x="1312769" y="677577"/>
                    <a:pt x="1309496" y="685479"/>
                    <a:pt x="1303670" y="691304"/>
                  </a:cubicBezTo>
                  <a:cubicBezTo>
                    <a:pt x="1297845" y="697130"/>
                    <a:pt x="1289943" y="700403"/>
                    <a:pt x="1281705" y="700403"/>
                  </a:cubicBezTo>
                  <a:lnTo>
                    <a:pt x="31064" y="700403"/>
                  </a:lnTo>
                  <a:cubicBezTo>
                    <a:pt x="22826" y="700403"/>
                    <a:pt x="14924" y="697130"/>
                    <a:pt x="9099" y="691304"/>
                  </a:cubicBezTo>
                  <a:cubicBezTo>
                    <a:pt x="3273" y="685479"/>
                    <a:pt x="0" y="677577"/>
                    <a:pt x="0" y="669339"/>
                  </a:cubicBezTo>
                  <a:lnTo>
                    <a:pt x="0" y="31064"/>
                  </a:lnTo>
                  <a:cubicBezTo>
                    <a:pt x="0" y="22826"/>
                    <a:pt x="3273" y="14924"/>
                    <a:pt x="9099" y="9099"/>
                  </a:cubicBezTo>
                  <a:cubicBezTo>
                    <a:pt x="14924" y="3273"/>
                    <a:pt x="22826" y="0"/>
                    <a:pt x="31064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1312769" cy="643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370082" y="6509116"/>
            <a:ext cx="41849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KI testet oft nicht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39459" y="6509116"/>
            <a:ext cx="464118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Das KI Antibiotikum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52456" y="7028930"/>
            <a:ext cx="3830691" cy="150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KI kann zwar vieles aber beim Codeschreiben sieht es oft nicht zurück ob auch alles so stimmt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39459" y="7028930"/>
            <a:ext cx="4122600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KI kann sehr leicht faul machen weshalb man sie mit großer Vorsicht benutzen sollte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360010" y="8571413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9" y="0"/>
                </a:lnTo>
                <a:lnTo>
                  <a:pt x="1133939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59446" y="4553925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368" y="3200735"/>
            <a:ext cx="1610898" cy="1647977"/>
          </a:xfrm>
          <a:custGeom>
            <a:avLst/>
            <a:gdLst/>
            <a:ahLst/>
            <a:cxnLst/>
            <a:rect r="r" b="b" t="t" l="l"/>
            <a:pathLst>
              <a:path h="1647977" w="1610898">
                <a:moveTo>
                  <a:pt x="0" y="0"/>
                </a:moveTo>
                <a:lnTo>
                  <a:pt x="1610898" y="0"/>
                </a:lnTo>
                <a:lnTo>
                  <a:pt x="1610898" y="1647977"/>
                </a:lnTo>
                <a:lnTo>
                  <a:pt x="0" y="1647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31136" y="256659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5"/>
                </a:lnTo>
                <a:lnTo>
                  <a:pt x="0" y="18920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7266" y="5181600"/>
            <a:ext cx="3431011" cy="343101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  <a:ln w="133350" cap="rnd">
              <a:solidFill>
                <a:srgbClr val="D9FE54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176451" y="5181600"/>
            <a:ext cx="3431011" cy="34310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4301" y="24301"/>
              <a:ext cx="764198" cy="764198"/>
            </a:xfrm>
            <a:custGeom>
              <a:avLst/>
              <a:gdLst/>
              <a:ahLst/>
              <a:cxnLst/>
              <a:rect r="r" b="b" t="t" l="l"/>
              <a:pathLst>
                <a:path h="764198" w="764198">
                  <a:moveTo>
                    <a:pt x="423583" y="17183"/>
                  </a:moveTo>
                  <a:lnTo>
                    <a:pt x="747015" y="340615"/>
                  </a:lnTo>
                  <a:cubicBezTo>
                    <a:pt x="769926" y="363526"/>
                    <a:pt x="769926" y="400672"/>
                    <a:pt x="747015" y="423583"/>
                  </a:cubicBezTo>
                  <a:lnTo>
                    <a:pt x="423583" y="747015"/>
                  </a:lnTo>
                  <a:cubicBezTo>
                    <a:pt x="400672" y="769926"/>
                    <a:pt x="363526" y="769926"/>
                    <a:pt x="340615" y="747015"/>
                  </a:cubicBezTo>
                  <a:lnTo>
                    <a:pt x="17183" y="423583"/>
                  </a:lnTo>
                  <a:cubicBezTo>
                    <a:pt x="-5728" y="400672"/>
                    <a:pt x="-5728" y="363526"/>
                    <a:pt x="17183" y="340615"/>
                  </a:cubicBezTo>
                  <a:lnTo>
                    <a:pt x="340615" y="17183"/>
                  </a:lnTo>
                  <a:cubicBezTo>
                    <a:pt x="363526" y="-5728"/>
                    <a:pt x="400672" y="-5728"/>
                    <a:pt x="423583" y="17183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927333" y="3000380"/>
            <a:ext cx="697150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99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SCHWIERIGKEITEN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24247" y="2952755"/>
            <a:ext cx="6817900" cy="2449872"/>
            <a:chOff x="0" y="0"/>
            <a:chExt cx="1795661" cy="6452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95661" cy="645234"/>
            </a:xfrm>
            <a:custGeom>
              <a:avLst/>
              <a:gdLst/>
              <a:ahLst/>
              <a:cxnLst/>
              <a:rect r="r" b="b" t="t" l="l"/>
              <a:pathLst>
                <a:path h="645234" w="1795661">
                  <a:moveTo>
                    <a:pt x="22711" y="0"/>
                  </a:moveTo>
                  <a:lnTo>
                    <a:pt x="1772950" y="0"/>
                  </a:lnTo>
                  <a:cubicBezTo>
                    <a:pt x="1778974" y="0"/>
                    <a:pt x="1784750" y="2393"/>
                    <a:pt x="1789009" y="6652"/>
                  </a:cubicBezTo>
                  <a:cubicBezTo>
                    <a:pt x="1793268" y="10911"/>
                    <a:pt x="1795661" y="16687"/>
                    <a:pt x="1795661" y="22711"/>
                  </a:cubicBezTo>
                  <a:lnTo>
                    <a:pt x="1795661" y="622523"/>
                  </a:lnTo>
                  <a:cubicBezTo>
                    <a:pt x="1795661" y="628546"/>
                    <a:pt x="1793268" y="634323"/>
                    <a:pt x="1789009" y="638582"/>
                  </a:cubicBezTo>
                  <a:cubicBezTo>
                    <a:pt x="1784750" y="642841"/>
                    <a:pt x="1778974" y="645234"/>
                    <a:pt x="1772950" y="645234"/>
                  </a:cubicBezTo>
                  <a:lnTo>
                    <a:pt x="22711" y="645234"/>
                  </a:lnTo>
                  <a:cubicBezTo>
                    <a:pt x="10168" y="645234"/>
                    <a:pt x="0" y="635066"/>
                    <a:pt x="0" y="622523"/>
                  </a:cubicBezTo>
                  <a:lnTo>
                    <a:pt x="0" y="22711"/>
                  </a:lnTo>
                  <a:cubicBezTo>
                    <a:pt x="0" y="16687"/>
                    <a:pt x="2393" y="10911"/>
                    <a:pt x="6652" y="6652"/>
                  </a:cubicBezTo>
                  <a:cubicBezTo>
                    <a:pt x="10911" y="2393"/>
                    <a:pt x="16687" y="0"/>
                    <a:pt x="22711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795661" cy="588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883669" y="4067913"/>
            <a:ext cx="5865450" cy="7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Viele Fehler gemacht (Logik- Aufrufsfehler)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854975" y="3445601"/>
            <a:ext cx="420874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KI Probleme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61731" y="8958515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584629" y="2657967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21884" y="6136780"/>
            <a:ext cx="1610898" cy="1647977"/>
          </a:xfrm>
          <a:custGeom>
            <a:avLst/>
            <a:gdLst/>
            <a:ahLst/>
            <a:cxnLst/>
            <a:rect r="r" b="b" t="t" l="l"/>
            <a:pathLst>
              <a:path h="1647977" w="1610898">
                <a:moveTo>
                  <a:pt x="0" y="0"/>
                </a:moveTo>
                <a:lnTo>
                  <a:pt x="1610898" y="0"/>
                </a:lnTo>
                <a:lnTo>
                  <a:pt x="1610898" y="1647977"/>
                </a:lnTo>
                <a:lnTo>
                  <a:pt x="0" y="1647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324247" y="6028988"/>
            <a:ext cx="6817900" cy="2449872"/>
            <a:chOff x="0" y="0"/>
            <a:chExt cx="1795661" cy="6452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5661" cy="645234"/>
            </a:xfrm>
            <a:custGeom>
              <a:avLst/>
              <a:gdLst/>
              <a:ahLst/>
              <a:cxnLst/>
              <a:rect r="r" b="b" t="t" l="l"/>
              <a:pathLst>
                <a:path h="645234" w="1795661">
                  <a:moveTo>
                    <a:pt x="22711" y="0"/>
                  </a:moveTo>
                  <a:lnTo>
                    <a:pt x="1772950" y="0"/>
                  </a:lnTo>
                  <a:cubicBezTo>
                    <a:pt x="1778974" y="0"/>
                    <a:pt x="1784750" y="2393"/>
                    <a:pt x="1789009" y="6652"/>
                  </a:cubicBezTo>
                  <a:cubicBezTo>
                    <a:pt x="1793268" y="10911"/>
                    <a:pt x="1795661" y="16687"/>
                    <a:pt x="1795661" y="22711"/>
                  </a:cubicBezTo>
                  <a:lnTo>
                    <a:pt x="1795661" y="622523"/>
                  </a:lnTo>
                  <a:cubicBezTo>
                    <a:pt x="1795661" y="628546"/>
                    <a:pt x="1793268" y="634323"/>
                    <a:pt x="1789009" y="638582"/>
                  </a:cubicBezTo>
                  <a:cubicBezTo>
                    <a:pt x="1784750" y="642841"/>
                    <a:pt x="1778974" y="645234"/>
                    <a:pt x="1772950" y="645234"/>
                  </a:cubicBezTo>
                  <a:lnTo>
                    <a:pt x="22711" y="645234"/>
                  </a:lnTo>
                  <a:cubicBezTo>
                    <a:pt x="10168" y="645234"/>
                    <a:pt x="0" y="635066"/>
                    <a:pt x="0" y="622523"/>
                  </a:cubicBezTo>
                  <a:lnTo>
                    <a:pt x="0" y="22711"/>
                  </a:lnTo>
                  <a:cubicBezTo>
                    <a:pt x="0" y="16687"/>
                    <a:pt x="2393" y="10911"/>
                    <a:pt x="6652" y="6652"/>
                  </a:cubicBezTo>
                  <a:cubicBezTo>
                    <a:pt x="10911" y="2393"/>
                    <a:pt x="16687" y="0"/>
                    <a:pt x="22711" y="0"/>
                  </a:cubicBezTo>
                  <a:close/>
                </a:path>
              </a:pathLst>
            </a:custGeom>
            <a:solidFill>
              <a:srgbClr val="2B373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1795661" cy="588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83669" y="7144146"/>
            <a:ext cx="5865450" cy="112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Javascript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Html, CSS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Sitzungen mithilfe von Cookies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4975" y="6521834"/>
            <a:ext cx="420874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Nuxt lernen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31136" y="256659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5"/>
                </a:lnTo>
                <a:lnTo>
                  <a:pt x="0" y="18920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7503" y="2493148"/>
            <a:ext cx="5921698" cy="592169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080" y="14080"/>
              <a:ext cx="784640" cy="784640"/>
            </a:xfrm>
            <a:custGeom>
              <a:avLst/>
              <a:gdLst/>
              <a:ahLst/>
              <a:cxnLst/>
              <a:rect r="r" b="b" t="t" l="l"/>
              <a:pathLst>
                <a:path h="784640" w="784640">
                  <a:moveTo>
                    <a:pt x="416356" y="9956"/>
                  </a:moveTo>
                  <a:lnTo>
                    <a:pt x="774684" y="368284"/>
                  </a:lnTo>
                  <a:cubicBezTo>
                    <a:pt x="781059" y="374659"/>
                    <a:pt x="784640" y="383305"/>
                    <a:pt x="784640" y="392320"/>
                  </a:cubicBezTo>
                  <a:cubicBezTo>
                    <a:pt x="784640" y="401335"/>
                    <a:pt x="781059" y="409981"/>
                    <a:pt x="774684" y="416356"/>
                  </a:cubicBezTo>
                  <a:lnTo>
                    <a:pt x="416356" y="774684"/>
                  </a:lnTo>
                  <a:cubicBezTo>
                    <a:pt x="409981" y="781059"/>
                    <a:pt x="401335" y="784640"/>
                    <a:pt x="392320" y="784640"/>
                  </a:cubicBezTo>
                  <a:cubicBezTo>
                    <a:pt x="383305" y="784640"/>
                    <a:pt x="374659" y="781059"/>
                    <a:pt x="368284" y="774684"/>
                  </a:cubicBezTo>
                  <a:lnTo>
                    <a:pt x="9956" y="416356"/>
                  </a:lnTo>
                  <a:cubicBezTo>
                    <a:pt x="3581" y="409981"/>
                    <a:pt x="0" y="401335"/>
                    <a:pt x="0" y="392320"/>
                  </a:cubicBezTo>
                  <a:cubicBezTo>
                    <a:pt x="0" y="383305"/>
                    <a:pt x="3581" y="374659"/>
                    <a:pt x="9956" y="368284"/>
                  </a:cubicBezTo>
                  <a:lnTo>
                    <a:pt x="368284" y="9956"/>
                  </a:lnTo>
                  <a:cubicBezTo>
                    <a:pt x="374659" y="3581"/>
                    <a:pt x="383305" y="0"/>
                    <a:pt x="392320" y="0"/>
                  </a:cubicBezTo>
                  <a:cubicBezTo>
                    <a:pt x="401335" y="0"/>
                    <a:pt x="409981" y="3581"/>
                    <a:pt x="416356" y="9956"/>
                  </a:cubicBezTo>
                  <a:close/>
                </a:path>
              </a:pathLst>
            </a:custGeom>
            <a:blipFill>
              <a:blip r:embed="rId2"/>
              <a:stretch>
                <a:fillRect l="-25029" t="0" r="-25029" b="0"/>
              </a:stretch>
            </a:blipFill>
            <a:ln w="190500" cap="rnd">
              <a:solidFill>
                <a:srgbClr val="D9FE54"/>
              </a:solidFill>
              <a:prstDash val="solid"/>
              <a:round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2699" y="8523545"/>
            <a:ext cx="1389608" cy="734755"/>
          </a:xfrm>
          <a:custGeom>
            <a:avLst/>
            <a:gdLst/>
            <a:ahLst/>
            <a:cxnLst/>
            <a:rect r="r" b="b" t="t" l="l"/>
            <a:pathLst>
              <a:path h="734755" w="1389608">
                <a:moveTo>
                  <a:pt x="0" y="0"/>
                </a:moveTo>
                <a:lnTo>
                  <a:pt x="1389608" y="0"/>
                </a:lnTo>
                <a:lnTo>
                  <a:pt x="1389608" y="734755"/>
                </a:lnTo>
                <a:lnTo>
                  <a:pt x="0" y="7347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52103" y="2493148"/>
            <a:ext cx="1240872" cy="656111"/>
          </a:xfrm>
          <a:custGeom>
            <a:avLst/>
            <a:gdLst/>
            <a:ahLst/>
            <a:cxnLst/>
            <a:rect r="r" b="b" t="t" l="l"/>
            <a:pathLst>
              <a:path h="656111" w="1240872">
                <a:moveTo>
                  <a:pt x="0" y="0"/>
                </a:moveTo>
                <a:lnTo>
                  <a:pt x="1240872" y="0"/>
                </a:lnTo>
                <a:lnTo>
                  <a:pt x="1240872" y="656111"/>
                </a:lnTo>
                <a:lnTo>
                  <a:pt x="0" y="656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1817" y="4630008"/>
            <a:ext cx="1610898" cy="1647977"/>
          </a:xfrm>
          <a:custGeom>
            <a:avLst/>
            <a:gdLst/>
            <a:ahLst/>
            <a:cxnLst/>
            <a:rect r="r" b="b" t="t" l="l"/>
            <a:pathLst>
              <a:path h="1647977" w="1610898">
                <a:moveTo>
                  <a:pt x="0" y="0"/>
                </a:moveTo>
                <a:lnTo>
                  <a:pt x="1610898" y="0"/>
                </a:lnTo>
                <a:lnTo>
                  <a:pt x="1610898" y="1647978"/>
                </a:lnTo>
                <a:lnTo>
                  <a:pt x="0" y="16479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80010" y="3123625"/>
            <a:ext cx="7612776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999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WAS HABE ICH GELERNT?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80010" y="5591604"/>
            <a:ext cx="3991095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Fullstack Anwendung programmieren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55671" y="5591604"/>
            <a:ext cx="3198795" cy="53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4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KI sinnvoll und effektiv nutzen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80010" y="6327045"/>
            <a:ext cx="3806388" cy="150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Javascript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Nuxt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Datenbankanbindung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Raspberry PI Nutzung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55671" y="6327045"/>
            <a:ext cx="3386476" cy="226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Prompting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Lernmethoden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Schwächen &amp; Stärken der KI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Effektive Nutzung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>
                    <a:alpha val="66667"/>
                  </a:srgbClr>
                </a:solidFill>
                <a:latin typeface="Garet"/>
                <a:ea typeface="Garet"/>
                <a:cs typeface="Garet"/>
                <a:sym typeface="Garet"/>
              </a:rPr>
              <a:t>Gefahren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31136" y="256659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5"/>
                </a:lnTo>
                <a:lnTo>
                  <a:pt x="0" y="1892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07449" y="8179063"/>
            <a:ext cx="21351072" cy="6166215"/>
            <a:chOff x="0" y="0"/>
            <a:chExt cx="5623328" cy="16240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23328" cy="1624024"/>
            </a:xfrm>
            <a:custGeom>
              <a:avLst/>
              <a:gdLst/>
              <a:ahLst/>
              <a:cxnLst/>
              <a:rect r="r" b="b" t="t" l="l"/>
              <a:pathLst>
                <a:path h="1624024" w="5623328">
                  <a:moveTo>
                    <a:pt x="0" y="0"/>
                  </a:moveTo>
                  <a:lnTo>
                    <a:pt x="5623328" y="0"/>
                  </a:lnTo>
                  <a:lnTo>
                    <a:pt x="5623328" y="1624024"/>
                  </a:lnTo>
                  <a:lnTo>
                    <a:pt x="0" y="1624024"/>
                  </a:lnTo>
                  <a:close/>
                </a:path>
              </a:pathLst>
            </a:custGeom>
            <a:gradFill rotWithShape="true">
              <a:gsLst>
                <a:gs pos="0">
                  <a:srgbClr val="D9FE54">
                    <a:alpha val="0"/>
                  </a:srgbClr>
                </a:gs>
                <a:gs pos="100000">
                  <a:srgbClr val="D9FE5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5623328" cy="1547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86280" y="8658730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8" y="0"/>
                </a:lnTo>
                <a:lnTo>
                  <a:pt x="1133938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55521" y="3116075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53249" y="2423554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2"/>
                </a:lnTo>
                <a:lnTo>
                  <a:pt x="0" y="2564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34751" y="4476315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3"/>
                </a:lnTo>
                <a:lnTo>
                  <a:pt x="0" y="256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1608" y="350543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6"/>
                </a:lnTo>
                <a:lnTo>
                  <a:pt x="0" y="1892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96671" y="4964363"/>
            <a:ext cx="12094657" cy="170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50"/>
              </a:lnSpc>
            </a:pPr>
            <a:r>
              <a:rPr lang="en-US" sz="12046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APP VORSTELLUNG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7449" y="7365808"/>
            <a:ext cx="21351072" cy="6979470"/>
            <a:chOff x="0" y="0"/>
            <a:chExt cx="5623328" cy="1838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23328" cy="1838214"/>
            </a:xfrm>
            <a:custGeom>
              <a:avLst/>
              <a:gdLst/>
              <a:ahLst/>
              <a:cxnLst/>
              <a:rect r="r" b="b" t="t" l="l"/>
              <a:pathLst>
                <a:path h="1838214" w="5623328">
                  <a:moveTo>
                    <a:pt x="0" y="0"/>
                  </a:moveTo>
                  <a:lnTo>
                    <a:pt x="5623328" y="0"/>
                  </a:lnTo>
                  <a:lnTo>
                    <a:pt x="5623328" y="1838214"/>
                  </a:lnTo>
                  <a:lnTo>
                    <a:pt x="0" y="1838214"/>
                  </a:lnTo>
                  <a:close/>
                </a:path>
              </a:pathLst>
            </a:custGeom>
            <a:gradFill rotWithShape="true">
              <a:gsLst>
                <a:gs pos="0">
                  <a:srgbClr val="D9FE54">
                    <a:alpha val="0"/>
                  </a:srgbClr>
                </a:gs>
                <a:gs pos="100000">
                  <a:srgbClr val="D9FE5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76200"/>
              <a:ext cx="5623328" cy="1762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14869" y="7839172"/>
            <a:ext cx="1133938" cy="599570"/>
          </a:xfrm>
          <a:custGeom>
            <a:avLst/>
            <a:gdLst/>
            <a:ahLst/>
            <a:cxnLst/>
            <a:rect r="r" b="b" t="t" l="l"/>
            <a:pathLst>
              <a:path h="599570" w="1133938">
                <a:moveTo>
                  <a:pt x="0" y="0"/>
                </a:moveTo>
                <a:lnTo>
                  <a:pt x="1133939" y="0"/>
                </a:lnTo>
                <a:lnTo>
                  <a:pt x="1133939" y="599570"/>
                </a:lnTo>
                <a:lnTo>
                  <a:pt x="0" y="599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34751" y="4019212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8" y="0"/>
                </a:lnTo>
                <a:lnTo>
                  <a:pt x="2506498" y="2564193"/>
                </a:lnTo>
                <a:lnTo>
                  <a:pt x="0" y="2564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-3162565" y="3958649"/>
            <a:ext cx="10616753" cy="4180308"/>
            <a:chOff x="0" y="0"/>
            <a:chExt cx="1644813" cy="6476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4813" cy="647639"/>
            </a:xfrm>
            <a:custGeom>
              <a:avLst/>
              <a:gdLst/>
              <a:ahLst/>
              <a:cxnLst/>
              <a:rect r="r" b="b" t="t" l="l"/>
              <a:pathLst>
                <a:path h="647639" w="1644813">
                  <a:moveTo>
                    <a:pt x="18960" y="0"/>
                  </a:moveTo>
                  <a:lnTo>
                    <a:pt x="1625853" y="0"/>
                  </a:lnTo>
                  <a:cubicBezTo>
                    <a:pt x="1636324" y="0"/>
                    <a:pt x="1644813" y="8489"/>
                    <a:pt x="1644813" y="18960"/>
                  </a:cubicBezTo>
                  <a:lnTo>
                    <a:pt x="1644813" y="628679"/>
                  </a:lnTo>
                  <a:cubicBezTo>
                    <a:pt x="1644813" y="639151"/>
                    <a:pt x="1636324" y="647639"/>
                    <a:pt x="1625853" y="647639"/>
                  </a:cubicBezTo>
                  <a:lnTo>
                    <a:pt x="18960" y="647639"/>
                  </a:lnTo>
                  <a:cubicBezTo>
                    <a:pt x="8489" y="647639"/>
                    <a:pt x="0" y="639151"/>
                    <a:pt x="0" y="628679"/>
                  </a:cubicBezTo>
                  <a:lnTo>
                    <a:pt x="0" y="18960"/>
                  </a:lnTo>
                  <a:cubicBezTo>
                    <a:pt x="0" y="8489"/>
                    <a:pt x="8489" y="0"/>
                    <a:pt x="1896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1429" r="0" b="-21429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1713104" y="3861404"/>
            <a:ext cx="2506498" cy="2564193"/>
          </a:xfrm>
          <a:custGeom>
            <a:avLst/>
            <a:gdLst/>
            <a:ahLst/>
            <a:cxnLst/>
            <a:rect r="r" b="b" t="t" l="l"/>
            <a:pathLst>
              <a:path h="2564193" w="2506498">
                <a:moveTo>
                  <a:pt x="0" y="0"/>
                </a:moveTo>
                <a:lnTo>
                  <a:pt x="2506499" y="0"/>
                </a:lnTo>
                <a:lnTo>
                  <a:pt x="2506499" y="2564192"/>
                </a:lnTo>
                <a:lnTo>
                  <a:pt x="0" y="2564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5919715" y="7031840"/>
            <a:ext cx="1115036" cy="589575"/>
          </a:xfrm>
          <a:custGeom>
            <a:avLst/>
            <a:gdLst/>
            <a:ahLst/>
            <a:cxnLst/>
            <a:rect r="r" b="b" t="t" l="l"/>
            <a:pathLst>
              <a:path h="589575" w="1115036">
                <a:moveTo>
                  <a:pt x="0" y="0"/>
                </a:moveTo>
                <a:lnTo>
                  <a:pt x="1115036" y="0"/>
                </a:lnTo>
                <a:lnTo>
                  <a:pt x="1115036" y="589575"/>
                </a:lnTo>
                <a:lnTo>
                  <a:pt x="0" y="589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31136" y="256659"/>
            <a:ext cx="3912103" cy="1892035"/>
          </a:xfrm>
          <a:custGeom>
            <a:avLst/>
            <a:gdLst/>
            <a:ahLst/>
            <a:cxnLst/>
            <a:rect r="r" b="b" t="t" l="l"/>
            <a:pathLst>
              <a:path h="1892035" w="3912103">
                <a:moveTo>
                  <a:pt x="0" y="0"/>
                </a:moveTo>
                <a:lnTo>
                  <a:pt x="3912103" y="0"/>
                </a:lnTo>
                <a:lnTo>
                  <a:pt x="3912103" y="1892035"/>
                </a:lnTo>
                <a:lnTo>
                  <a:pt x="0" y="1892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80850" y="3289977"/>
            <a:ext cx="8521143" cy="218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8"/>
              </a:lnSpc>
            </a:pPr>
            <a:r>
              <a:rPr lang="en-US" sz="8686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DANKE FÜR IHRE AUFMERKSAMKEIT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DAHTeBE_wCM</dc:identifier>
  <dcterms:modified xsi:type="dcterms:W3CDTF">2011-08-01T06:04:30Z</dcterms:modified>
  <cp:revision>1</cp:revision>
  <dc:title>Grey Yellow Modern Software Development Presentation</dc:title>
</cp:coreProperties>
</file>